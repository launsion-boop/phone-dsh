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</p:sldIdLst>
  <p:sldSz cx="12192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Project Atlas kickoff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Goal: replace the legacy order-tracking spreadsheet with a shared web dashboard</a:t>
            </a:r>
          </a:p>
          <a:p>
            <a:r>
              <a:rPr lang="en-US"/>
              <a:t>Sponsor: Dana Whitfield (Finance)</a:t>
            </a:r>
          </a:p>
          <a:p>
            <a:r>
              <a:rPr lang="en-US"/>
              <a:t>Timeline: discovery in May, pilot in July, rollout in September 2026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Scope for the pilot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Order status for the North and South regions only</a:t>
            </a:r>
          </a:p>
          <a:p>
            <a:r>
              <a:rPr lang="en-US"/>
              <a:t>Daily import from the ERP export (CSV)</a:t>
            </a:r>
          </a:p>
          <a:p>
            <a:r>
              <a:rPr lang="en-US"/>
              <a:t>Read-only for Sales; edit rights for Finance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Team and cadence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Product owner: Marcus Lee</a:t>
            </a:r>
          </a:p>
          <a:p>
            <a:r>
              <a:rPr lang="en-US"/>
              <a:t>Engineering lead: Priya Raman, two engineers</a:t>
            </a:r>
          </a:p>
          <a:p>
            <a:r>
              <a:rPr lang="en-US"/>
              <a:t>Weekly demo on Thursdays at 15:00; retro every second Friday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Risks and open questions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ERP export format is undocumented; sample needed by 2026-05-09</a:t>
            </a:r>
          </a:p>
          <a:p>
            <a:r>
              <a:rPr lang="en-US"/>
              <a:t>Support team asked for mobile access — out of scope for the pilot</a:t>
            </a:r>
          </a:p>
          <a:p>
            <a:r>
              <a:rPr lang="en-US"/>
              <a:t>Budget approval pending: 48,000 USD for hosting and licences</a:t>
            </a:r>
          </a:p>
        </p:txBody>
      </p:sp>
    </p:spTree>
  </p:cSld>
</p:sld>
</file>